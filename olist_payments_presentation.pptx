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Average installments by payment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installments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Credit card</c:v>
                  </c:pt>
                  <c:pt idx="1">
                    <c:v>Boleto</c:v>
                  </c:pt>
                  <c:pt idx="2">
                    <c:v>Voucher</c:v>
                  </c:pt>
                  <c:pt idx="3">
                    <c:v>Debit card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3.51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D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Avg installments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behavior on the Olist marketplace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customers pay on the Olist marketplace, and does payment behavior — method choice, installment plans — relate to transaction value in ways that could inform pricing or checkout strategy?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0" y="2560320"/>
            <a:ext cx="3200400" cy="3291840"/>
          </a:xfrm>
          <a:prstGeom prst="roundRect">
            <a:avLst>
              <a:gd name="adj" fmla="val 3429"/>
            </a:avLst>
          </a:prstGeom>
          <a:solidFill>
            <a:srgbClr val="12454C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27432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503920" y="34290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marketplace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records analyzed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0" y="45720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Brazil's largest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9F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department-store marketplace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VirtuBox Data Analyst Assessment  |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554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544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dataset (Kaggle) — order payments file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103,886 payment records covering 99,441 unique orders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474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3474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 for cleaning, aggregation, and calculated fields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48056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80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434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44348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correction, missing-value and duplicate checks, categorization, outlier flagging, order-level aggregation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AF6F5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6235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decision: analysis uses the payments file alone (100k+ rows, above the 50,000-row threshold), not joined with the other Olist tables — keeping the assessment focused within the time limit.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VirtuBox Data Analyst Assessment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246120" cy="2148840"/>
          </a:xfrm>
          <a:prstGeom prst="roundRect">
            <a:avLst>
              <a:gd name="adj" fmla="val 4255"/>
            </a:avLst>
          </a:prstGeom>
          <a:solidFill>
            <a:srgbClr val="F2FAF9"/>
          </a:solidFill>
          <a:ln w="12700">
            <a:solidFill>
              <a:srgbClr val="CFEA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8308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transactions are credit card — 78% of total value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0" y="1554480"/>
            <a:ext cx="3246120" cy="2148840"/>
          </a:xfrm>
          <a:prstGeom prst="roundRect">
            <a:avLst>
              <a:gd name="adj" fmla="val 4255"/>
            </a:avLst>
          </a:prstGeom>
          <a:solidFill>
            <a:srgbClr val="F2FAF9"/>
          </a:solidFill>
          <a:ln w="12700">
            <a:solidFill>
              <a:srgbClr val="CFEA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178308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3.5x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297680" y="26060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installments on credit card; every other method is exactly 1.0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89520" y="1554480"/>
            <a:ext cx="3246120" cy="2148840"/>
          </a:xfrm>
          <a:prstGeom prst="roundRect">
            <a:avLst>
              <a:gd name="adj" fmla="val 4255"/>
            </a:avLst>
          </a:prstGeom>
          <a:solidFill>
            <a:srgbClr val="F2FAF9"/>
          </a:solidFill>
          <a:ln w="12700">
            <a:solidFill>
              <a:srgbClr val="CFEA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78308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R$112 → R$414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0" y="26060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payment value rises with installment count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3246120" cy="2148840"/>
          </a:xfrm>
          <a:prstGeom prst="roundRect">
            <a:avLst>
              <a:gd name="adj" fmla="val 4255"/>
            </a:avLst>
          </a:prstGeom>
          <a:solidFill>
            <a:srgbClr val="F2FAF9"/>
          </a:solidFill>
          <a:ln w="12700">
            <a:solidFill>
              <a:srgbClr val="CFEA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16052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R$4.0M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2960" y="498348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7-12 installment plans — the single highest bucket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0" y="3931920"/>
            <a:ext cx="3246120" cy="2148840"/>
          </a:xfrm>
          <a:prstGeom prst="roundRect">
            <a:avLst>
              <a:gd name="adj" fmla="val 4255"/>
            </a:avLst>
          </a:prstGeom>
          <a:solidFill>
            <a:srgbClr val="F2FAF9"/>
          </a:solidFill>
          <a:ln w="12700">
            <a:solidFill>
              <a:srgbClr val="CFEA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416052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3%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297680" y="498348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split across multiple payment methods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VirtuBox Data Analyst Assessment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Deep-dive: installments are a credit-card-only behavior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57607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675120" y="1463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expected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675120" y="1783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 plans to appear at least occasionally across multiple payment types.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675120" y="2514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75120" y="28346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Boleto, voucher, and debit card are 100% single-payment — zero exceptions. Only credit card carries installments.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75120" y="3657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explanation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7512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Boleto/debit/voucher settle immediately by design; only credit card's network infrastructure supports splitting a charge into future billing cycles.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75120" y="489204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49834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this reasoning is inferred from how these payment methods generally work — the dataset itself has no field confirming platform rules.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VirtuBox Data Analyst Assessment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D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installments at credit card checkout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“pay in up to 12x” at checkout — the segment already driving 78% of revenue.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D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828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251460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high-value outlier transactions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347472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1,039 transactions above R$1,040 as legitimate B2B/bulk or anomalies.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55448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D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828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21040" y="251460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Deprioritize split-payment checkout features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347472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3% of orders use them, with marginal value lift — redirect that effort.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VirtuBox Data Analyst Assessment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business impact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6184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average order value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2011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clearer installment promotion on credit card checkout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0" y="164592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2FAF9"/>
          </a:solidFill>
          <a:ln/>
        </p:spPr>
      </p:sp>
      <p:sp>
        <p:nvSpPr>
          <p:cNvPr id="8" name="Text 6"/>
          <p:cNvSpPr/>
          <p:nvPr/>
        </p:nvSpPr>
        <p:spPr>
          <a:xfrm>
            <a:off x="6903720" y="164592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avg payment value and installment-bucket distribution, before vs. after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0815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revenue-risk blind spot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4747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classifying outlier transactions as legitimate or anomalous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0" y="310896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2FAF9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310896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% of the 1,039 outliers reviewed and confirmed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5445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 engineering capacity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9377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deprioritizing low-impact split-payment features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75120" y="457200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2FAF9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457200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split-payment order share stays under ~5%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VirtuBox Data Analyst Assessment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12454C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011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management should be cautious about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60604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Single-table scope: no link to product, customer, delivery, or satisfaction data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“Credit card preference” cannot be confirmed — other methods structurally can't offer installments, so this may reflect platform constraints, not customer choice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date field: findings are a snapshot, not a time trend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73736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12454C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2011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be analyzed next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60604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with orders/customers/products tables for segment-level insight (region, category, delivery)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order timestamps to test real time trends in payment behavior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review the 1,039 outlier transactions to classify them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installment-plan visibility changes at credit card checkout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VirtuBox Data Analyst Assessment  | 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2026-09-11T10:11:57Z</dcterms:created>
  <dcterms:modified xsi:type="dcterms:W3CDTF">2026-09-11T10:11:57Z</dcterms:modified>
</cp:coreProperties>
</file>